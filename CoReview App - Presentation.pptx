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Loyola" charset="1" panose="00000500000000000000"/>
      <p:regular r:id="rId13"/>
    </p:embeddedFont>
    <p:embeddedFont>
      <p:font typeface="GoodTime Grotesk" charset="1" panose="020005030000000200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16" Target="../media/image23.png" Type="http://schemas.openxmlformats.org/officeDocument/2006/relationships/image"/><Relationship Id="rId17" Target="../media/image24.png" Type="http://schemas.openxmlformats.org/officeDocument/2006/relationships/image"/><Relationship Id="rId18" Target="../media/image25.png" Type="http://schemas.openxmlformats.org/officeDocument/2006/relationships/image"/><Relationship Id="rId19" Target="../media/image26.png" Type="http://schemas.openxmlformats.org/officeDocument/2006/relationships/image"/><Relationship Id="rId2" Target="../media/image5.png" Type="http://schemas.openxmlformats.org/officeDocument/2006/relationships/image"/><Relationship Id="rId20" Target="../media/image27.png" Type="http://schemas.openxmlformats.org/officeDocument/2006/relationships/image"/><Relationship Id="rId3" Target="../media/image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media/image1.png" Type="http://schemas.openxmlformats.org/officeDocument/2006/relationships/image"/><Relationship Id="rId15" Target="../media/image2.svg" Type="http://schemas.openxmlformats.org/officeDocument/2006/relationships/image"/><Relationship Id="rId16" Target="../media/image34.png" Type="http://schemas.openxmlformats.org/officeDocument/2006/relationships/image"/><Relationship Id="rId17" Target="../media/image35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34.png" Type="http://schemas.openxmlformats.org/officeDocument/2006/relationships/image"/><Relationship Id="rId15" Target="../media/image35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svg" Type="http://schemas.openxmlformats.org/officeDocument/2006/relationships/image"/><Relationship Id="rId12" Target="../media/image44.png" Type="http://schemas.openxmlformats.org/officeDocument/2006/relationships/image"/><Relationship Id="rId13" Target="../media/image45.svg" Type="http://schemas.openxmlformats.org/officeDocument/2006/relationships/image"/><Relationship Id="rId14" Target="../media/image46.png" Type="http://schemas.openxmlformats.org/officeDocument/2006/relationships/image"/><Relationship Id="rId15" Target="../media/image47.svg" Type="http://schemas.openxmlformats.org/officeDocument/2006/relationships/image"/><Relationship Id="rId16" Target="../media/image48.png" Type="http://schemas.openxmlformats.org/officeDocument/2006/relationships/image"/><Relationship Id="rId17" Target="../media/image4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2.png" Type="http://schemas.openxmlformats.org/officeDocument/2006/relationships/image"/><Relationship Id="rId5" Target="../media/image53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54.png" Type="http://schemas.openxmlformats.org/officeDocument/2006/relationships/image"/><Relationship Id="rId9" Target="../media/image5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942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462962">
            <a:off x="12214508" y="-939081"/>
            <a:ext cx="8823927" cy="4460094"/>
          </a:xfrm>
          <a:custGeom>
            <a:avLst/>
            <a:gdLst/>
            <a:ahLst/>
            <a:cxnLst/>
            <a:rect r="r" b="b" t="t" l="l"/>
            <a:pathLst>
              <a:path h="4460094" w="8823927">
                <a:moveTo>
                  <a:pt x="0" y="0"/>
                </a:moveTo>
                <a:lnTo>
                  <a:pt x="8823927" y="0"/>
                </a:lnTo>
                <a:lnTo>
                  <a:pt x="8823927" y="4460094"/>
                </a:lnTo>
                <a:lnTo>
                  <a:pt x="0" y="4460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58089">
            <a:off x="14432585" y="816584"/>
            <a:ext cx="2911784" cy="2052808"/>
          </a:xfrm>
          <a:custGeom>
            <a:avLst/>
            <a:gdLst/>
            <a:ahLst/>
            <a:cxnLst/>
            <a:rect r="r" b="b" t="t" l="l"/>
            <a:pathLst>
              <a:path h="2052808" w="2911784">
                <a:moveTo>
                  <a:pt x="0" y="0"/>
                </a:moveTo>
                <a:lnTo>
                  <a:pt x="2911784" y="0"/>
                </a:lnTo>
                <a:lnTo>
                  <a:pt x="2911784" y="2052808"/>
                </a:lnTo>
                <a:lnTo>
                  <a:pt x="0" y="20528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11057" y="3053721"/>
            <a:ext cx="8441442" cy="8186313"/>
          </a:xfrm>
          <a:custGeom>
            <a:avLst/>
            <a:gdLst/>
            <a:ahLst/>
            <a:cxnLst/>
            <a:rect r="r" b="b" t="t" l="l"/>
            <a:pathLst>
              <a:path h="8186313" w="8441442">
                <a:moveTo>
                  <a:pt x="0" y="0"/>
                </a:moveTo>
                <a:lnTo>
                  <a:pt x="8441442" y="0"/>
                </a:lnTo>
                <a:lnTo>
                  <a:pt x="8441442" y="8186313"/>
                </a:lnTo>
                <a:lnTo>
                  <a:pt x="0" y="81863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8845" y="1180172"/>
            <a:ext cx="7809105" cy="9106828"/>
          </a:xfrm>
          <a:custGeom>
            <a:avLst/>
            <a:gdLst/>
            <a:ahLst/>
            <a:cxnLst/>
            <a:rect r="r" b="b" t="t" l="l"/>
            <a:pathLst>
              <a:path h="9106828" w="7809105">
                <a:moveTo>
                  <a:pt x="0" y="0"/>
                </a:moveTo>
                <a:lnTo>
                  <a:pt x="7809105" y="0"/>
                </a:lnTo>
                <a:lnTo>
                  <a:pt x="7809105" y="9106828"/>
                </a:lnTo>
                <a:lnTo>
                  <a:pt x="0" y="9106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07303">
            <a:off x="13322432" y="7600501"/>
            <a:ext cx="2880352" cy="2030648"/>
          </a:xfrm>
          <a:custGeom>
            <a:avLst/>
            <a:gdLst/>
            <a:ahLst/>
            <a:cxnLst/>
            <a:rect r="r" b="b" t="t" l="l"/>
            <a:pathLst>
              <a:path h="2030648" w="2880352">
                <a:moveTo>
                  <a:pt x="0" y="0"/>
                </a:moveTo>
                <a:lnTo>
                  <a:pt x="2880351" y="0"/>
                </a:lnTo>
                <a:lnTo>
                  <a:pt x="2880351" y="2030648"/>
                </a:lnTo>
                <a:lnTo>
                  <a:pt x="0" y="20306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8627950" y="8692350"/>
            <a:ext cx="2247214" cy="2691274"/>
          </a:xfrm>
          <a:custGeom>
            <a:avLst/>
            <a:gdLst/>
            <a:ahLst/>
            <a:cxnLst/>
            <a:rect r="r" b="b" t="t" l="l"/>
            <a:pathLst>
              <a:path h="2691274" w="2247214">
                <a:moveTo>
                  <a:pt x="2247214" y="0"/>
                </a:moveTo>
                <a:lnTo>
                  <a:pt x="0" y="0"/>
                </a:lnTo>
                <a:lnTo>
                  <a:pt x="0" y="2691274"/>
                </a:lnTo>
                <a:lnTo>
                  <a:pt x="2247214" y="2691274"/>
                </a:lnTo>
                <a:lnTo>
                  <a:pt x="2247214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356240" y="5318236"/>
            <a:ext cx="1416157" cy="1821424"/>
          </a:xfrm>
          <a:custGeom>
            <a:avLst/>
            <a:gdLst/>
            <a:ahLst/>
            <a:cxnLst/>
            <a:rect r="r" b="b" t="t" l="l"/>
            <a:pathLst>
              <a:path h="1821424" w="1416157">
                <a:moveTo>
                  <a:pt x="0" y="0"/>
                </a:moveTo>
                <a:lnTo>
                  <a:pt x="1416158" y="0"/>
                </a:lnTo>
                <a:lnTo>
                  <a:pt x="1416158" y="1821424"/>
                </a:lnTo>
                <a:lnTo>
                  <a:pt x="0" y="182142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59194" y="880271"/>
            <a:ext cx="1933850" cy="1933850"/>
          </a:xfrm>
          <a:custGeom>
            <a:avLst/>
            <a:gdLst/>
            <a:ahLst/>
            <a:cxnLst/>
            <a:rect r="r" b="b" t="t" l="l"/>
            <a:pathLst>
              <a:path h="1933850" w="1933850">
                <a:moveTo>
                  <a:pt x="0" y="0"/>
                </a:moveTo>
                <a:lnTo>
                  <a:pt x="1933850" y="0"/>
                </a:lnTo>
                <a:lnTo>
                  <a:pt x="1933850" y="1933851"/>
                </a:lnTo>
                <a:lnTo>
                  <a:pt x="0" y="19338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639786">
            <a:off x="359737" y="7334752"/>
            <a:ext cx="2257232" cy="1591348"/>
          </a:xfrm>
          <a:custGeom>
            <a:avLst/>
            <a:gdLst/>
            <a:ahLst/>
            <a:cxnLst/>
            <a:rect r="r" b="b" t="t" l="l"/>
            <a:pathLst>
              <a:path h="1591348" w="2257232">
                <a:moveTo>
                  <a:pt x="0" y="0"/>
                </a:moveTo>
                <a:lnTo>
                  <a:pt x="2257232" y="0"/>
                </a:lnTo>
                <a:lnTo>
                  <a:pt x="2257232" y="1591349"/>
                </a:lnTo>
                <a:lnTo>
                  <a:pt x="0" y="159134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14556" y="743373"/>
            <a:ext cx="273797" cy="27379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259194" y="3831031"/>
            <a:ext cx="5519249" cy="586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8"/>
              </a:lnSpc>
            </a:pPr>
            <a:r>
              <a:rPr lang="en-US" sz="4328">
                <a:solidFill>
                  <a:srgbClr val="FFFFFF"/>
                </a:solidFill>
                <a:latin typeface="Loyola"/>
                <a:ea typeface="Loyola"/>
                <a:cs typeface="Loyola"/>
                <a:sym typeface="Loyola"/>
              </a:rPr>
              <a:t>Code&amp;&amp;Roses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4799303"/>
            <a:ext cx="7404440" cy="118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1"/>
              </a:lnSpc>
            </a:pPr>
            <a:r>
              <a:rPr lang="en-US" sz="8741">
                <a:solidFill>
                  <a:srgbClr val="FED629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CoReview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051899" y="1842988"/>
            <a:ext cx="273797" cy="27379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330931" y="8028066"/>
            <a:ext cx="273797" cy="27379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958426" y="8692350"/>
            <a:ext cx="273797" cy="27379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980559" y="8692350"/>
            <a:ext cx="428844" cy="42884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616420" y="880271"/>
            <a:ext cx="148429" cy="148429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942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89902">
            <a:off x="1931470" y="4091649"/>
            <a:ext cx="10655343" cy="10333302"/>
          </a:xfrm>
          <a:custGeom>
            <a:avLst/>
            <a:gdLst/>
            <a:ahLst/>
            <a:cxnLst/>
            <a:rect r="r" b="b" t="t" l="l"/>
            <a:pathLst>
              <a:path h="10333302" w="10655343">
                <a:moveTo>
                  <a:pt x="0" y="0"/>
                </a:moveTo>
                <a:lnTo>
                  <a:pt x="10655343" y="0"/>
                </a:lnTo>
                <a:lnTo>
                  <a:pt x="10655343" y="10333302"/>
                </a:lnTo>
                <a:lnTo>
                  <a:pt x="0" y="10333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089902">
            <a:off x="6435486" y="4543582"/>
            <a:ext cx="10655343" cy="10333302"/>
          </a:xfrm>
          <a:custGeom>
            <a:avLst/>
            <a:gdLst/>
            <a:ahLst/>
            <a:cxnLst/>
            <a:rect r="r" b="b" t="t" l="l"/>
            <a:pathLst>
              <a:path h="10333302" w="10655343">
                <a:moveTo>
                  <a:pt x="10655343" y="0"/>
                </a:moveTo>
                <a:lnTo>
                  <a:pt x="0" y="0"/>
                </a:lnTo>
                <a:lnTo>
                  <a:pt x="0" y="10333302"/>
                </a:lnTo>
                <a:lnTo>
                  <a:pt x="10655343" y="10333302"/>
                </a:lnTo>
                <a:lnTo>
                  <a:pt x="1065534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7780" y="4773914"/>
            <a:ext cx="1320208" cy="1698017"/>
          </a:xfrm>
          <a:custGeom>
            <a:avLst/>
            <a:gdLst/>
            <a:ahLst/>
            <a:cxnLst/>
            <a:rect r="r" b="b" t="t" l="l"/>
            <a:pathLst>
              <a:path h="1698017" w="1320208">
                <a:moveTo>
                  <a:pt x="0" y="0"/>
                </a:moveTo>
                <a:lnTo>
                  <a:pt x="1320208" y="0"/>
                </a:lnTo>
                <a:lnTo>
                  <a:pt x="1320208" y="1698018"/>
                </a:lnTo>
                <a:lnTo>
                  <a:pt x="0" y="16980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44925" y="4244900"/>
            <a:ext cx="1868258" cy="1868258"/>
          </a:xfrm>
          <a:custGeom>
            <a:avLst/>
            <a:gdLst/>
            <a:ahLst/>
            <a:cxnLst/>
            <a:rect r="r" b="b" t="t" l="l"/>
            <a:pathLst>
              <a:path h="1868258" w="1868258">
                <a:moveTo>
                  <a:pt x="0" y="0"/>
                </a:moveTo>
                <a:lnTo>
                  <a:pt x="1868258" y="0"/>
                </a:lnTo>
                <a:lnTo>
                  <a:pt x="1868258" y="1868258"/>
                </a:lnTo>
                <a:lnTo>
                  <a:pt x="0" y="18682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28370" y="1966689"/>
            <a:ext cx="1972113" cy="1972113"/>
          </a:xfrm>
          <a:custGeom>
            <a:avLst/>
            <a:gdLst/>
            <a:ahLst/>
            <a:cxnLst/>
            <a:rect r="r" b="b" t="t" l="l"/>
            <a:pathLst>
              <a:path h="1972113" w="1972113">
                <a:moveTo>
                  <a:pt x="0" y="0"/>
                </a:moveTo>
                <a:lnTo>
                  <a:pt x="1972113" y="0"/>
                </a:lnTo>
                <a:lnTo>
                  <a:pt x="1972113" y="1972113"/>
                </a:lnTo>
                <a:lnTo>
                  <a:pt x="0" y="19721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2948226">
            <a:off x="11924261" y="-3086923"/>
            <a:ext cx="8823927" cy="4460094"/>
          </a:xfrm>
          <a:custGeom>
            <a:avLst/>
            <a:gdLst/>
            <a:ahLst/>
            <a:cxnLst/>
            <a:rect r="r" b="b" t="t" l="l"/>
            <a:pathLst>
              <a:path h="4460094" w="8823927">
                <a:moveTo>
                  <a:pt x="8823926" y="0"/>
                </a:moveTo>
                <a:lnTo>
                  <a:pt x="0" y="0"/>
                </a:lnTo>
                <a:lnTo>
                  <a:pt x="0" y="4460093"/>
                </a:lnTo>
                <a:lnTo>
                  <a:pt x="8823926" y="4460093"/>
                </a:lnTo>
                <a:lnTo>
                  <a:pt x="882392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817497">
            <a:off x="660144" y="7230248"/>
            <a:ext cx="2556951" cy="1802650"/>
          </a:xfrm>
          <a:custGeom>
            <a:avLst/>
            <a:gdLst/>
            <a:ahLst/>
            <a:cxnLst/>
            <a:rect r="r" b="b" t="t" l="l"/>
            <a:pathLst>
              <a:path h="1802650" w="2556951">
                <a:moveTo>
                  <a:pt x="0" y="0"/>
                </a:moveTo>
                <a:lnTo>
                  <a:pt x="2556950" y="0"/>
                </a:lnTo>
                <a:lnTo>
                  <a:pt x="2556950" y="1802650"/>
                </a:lnTo>
                <a:lnTo>
                  <a:pt x="0" y="18026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34397">
            <a:off x="14861262" y="6157568"/>
            <a:ext cx="2304245" cy="1624492"/>
          </a:xfrm>
          <a:custGeom>
            <a:avLst/>
            <a:gdLst/>
            <a:ahLst/>
            <a:cxnLst/>
            <a:rect r="r" b="b" t="t" l="l"/>
            <a:pathLst>
              <a:path h="1624492" w="2304245">
                <a:moveTo>
                  <a:pt x="0" y="0"/>
                </a:moveTo>
                <a:lnTo>
                  <a:pt x="2304244" y="0"/>
                </a:lnTo>
                <a:lnTo>
                  <a:pt x="2304244" y="1624492"/>
                </a:lnTo>
                <a:lnTo>
                  <a:pt x="0" y="16244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621263" y="891802"/>
            <a:ext cx="273797" cy="27379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82792" y="4492665"/>
            <a:ext cx="428844" cy="42884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0271" y="3092769"/>
            <a:ext cx="301478" cy="30147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388728" y="7909861"/>
            <a:ext cx="301478" cy="301478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720652" y="4025413"/>
            <a:ext cx="219487" cy="21948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075930" y="918956"/>
            <a:ext cx="219487" cy="219487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-1783718">
            <a:off x="-5027650" y="-2230047"/>
            <a:ext cx="8823927" cy="4460094"/>
          </a:xfrm>
          <a:custGeom>
            <a:avLst/>
            <a:gdLst/>
            <a:ahLst/>
            <a:cxnLst/>
            <a:rect r="r" b="b" t="t" l="l"/>
            <a:pathLst>
              <a:path h="4460094" w="8823927">
                <a:moveTo>
                  <a:pt x="0" y="0"/>
                </a:moveTo>
                <a:lnTo>
                  <a:pt x="8823927" y="0"/>
                </a:lnTo>
                <a:lnTo>
                  <a:pt x="8823927" y="4460094"/>
                </a:lnTo>
                <a:lnTo>
                  <a:pt x="0" y="44600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793810" y="2393865"/>
            <a:ext cx="2527644" cy="2527644"/>
          </a:xfrm>
          <a:custGeom>
            <a:avLst/>
            <a:gdLst/>
            <a:ahLst/>
            <a:cxnLst/>
            <a:rect r="r" b="b" t="t" l="l"/>
            <a:pathLst>
              <a:path h="2527644" w="2527644">
                <a:moveTo>
                  <a:pt x="0" y="0"/>
                </a:moveTo>
                <a:lnTo>
                  <a:pt x="2527645" y="0"/>
                </a:lnTo>
                <a:lnTo>
                  <a:pt x="2527645" y="2527644"/>
                </a:lnTo>
                <a:lnTo>
                  <a:pt x="0" y="252764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7145325" y="2393865"/>
            <a:ext cx="2755158" cy="2527644"/>
          </a:xfrm>
          <a:custGeom>
            <a:avLst/>
            <a:gdLst/>
            <a:ahLst/>
            <a:cxnLst/>
            <a:rect r="r" b="b" t="t" l="l"/>
            <a:pathLst>
              <a:path h="2527644" w="2755158">
                <a:moveTo>
                  <a:pt x="0" y="0"/>
                </a:moveTo>
                <a:lnTo>
                  <a:pt x="2755158" y="0"/>
                </a:lnTo>
                <a:lnTo>
                  <a:pt x="2755158" y="2527644"/>
                </a:lnTo>
                <a:lnTo>
                  <a:pt x="0" y="252764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-5049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4419194" y="5920531"/>
            <a:ext cx="2745204" cy="2645691"/>
          </a:xfrm>
          <a:custGeom>
            <a:avLst/>
            <a:gdLst/>
            <a:ahLst/>
            <a:cxnLst/>
            <a:rect r="r" b="b" t="t" l="l"/>
            <a:pathLst>
              <a:path h="2645691" w="2745204">
                <a:moveTo>
                  <a:pt x="0" y="0"/>
                </a:moveTo>
                <a:lnTo>
                  <a:pt x="2745204" y="0"/>
                </a:lnTo>
                <a:lnTo>
                  <a:pt x="2745204" y="2645690"/>
                </a:lnTo>
                <a:lnTo>
                  <a:pt x="0" y="26456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932310" y="5920531"/>
            <a:ext cx="2749058" cy="2645691"/>
          </a:xfrm>
          <a:custGeom>
            <a:avLst/>
            <a:gdLst/>
            <a:ahLst/>
            <a:cxnLst/>
            <a:rect r="r" b="b" t="t" l="l"/>
            <a:pathLst>
              <a:path h="2645691" w="2749058">
                <a:moveTo>
                  <a:pt x="0" y="0"/>
                </a:moveTo>
                <a:lnTo>
                  <a:pt x="2749058" y="0"/>
                </a:lnTo>
                <a:lnTo>
                  <a:pt x="2749058" y="2645690"/>
                </a:lnTo>
                <a:lnTo>
                  <a:pt x="0" y="26456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-5640" b="-5788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681368" y="2393865"/>
            <a:ext cx="2789125" cy="2527644"/>
          </a:xfrm>
          <a:custGeom>
            <a:avLst/>
            <a:gdLst/>
            <a:ahLst/>
            <a:cxnLst/>
            <a:rect r="r" b="b" t="t" l="l"/>
            <a:pathLst>
              <a:path h="2527644" w="2789125">
                <a:moveTo>
                  <a:pt x="0" y="0"/>
                </a:moveTo>
                <a:lnTo>
                  <a:pt x="2789125" y="0"/>
                </a:lnTo>
                <a:lnTo>
                  <a:pt x="2789125" y="2527644"/>
                </a:lnTo>
                <a:lnTo>
                  <a:pt x="0" y="252764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7145325" y="594360"/>
            <a:ext cx="5875374" cy="982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FED629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TEAM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93810" y="5131404"/>
            <a:ext cx="2527644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ED629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MADALINA MERA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164398" y="5095875"/>
            <a:ext cx="275515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ED629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DENISA ZEPCIUC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419194" y="8728146"/>
            <a:ext cx="2745204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ED629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LUCIAN POPESCU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00483" y="8728146"/>
            <a:ext cx="2904118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ED629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MARCUS COMAN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887593" y="5094605"/>
            <a:ext cx="2165226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ED629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AURA PANDOR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942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86043" y="2455328"/>
            <a:ext cx="10512673" cy="10194944"/>
          </a:xfrm>
          <a:custGeom>
            <a:avLst/>
            <a:gdLst/>
            <a:ahLst/>
            <a:cxnLst/>
            <a:rect r="r" b="b" t="t" l="l"/>
            <a:pathLst>
              <a:path h="10194944" w="10512673">
                <a:moveTo>
                  <a:pt x="0" y="0"/>
                </a:moveTo>
                <a:lnTo>
                  <a:pt x="10512673" y="0"/>
                </a:lnTo>
                <a:lnTo>
                  <a:pt x="10512673" y="10194944"/>
                </a:lnTo>
                <a:lnTo>
                  <a:pt x="0" y="101949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83544" y="2863809"/>
            <a:ext cx="7274514" cy="7597403"/>
          </a:xfrm>
          <a:custGeom>
            <a:avLst/>
            <a:gdLst/>
            <a:ahLst/>
            <a:cxnLst/>
            <a:rect r="r" b="b" t="t" l="l"/>
            <a:pathLst>
              <a:path h="7597403" w="7274514">
                <a:moveTo>
                  <a:pt x="0" y="0"/>
                </a:moveTo>
                <a:lnTo>
                  <a:pt x="7274514" y="0"/>
                </a:lnTo>
                <a:lnTo>
                  <a:pt x="7274514" y="7597403"/>
                </a:lnTo>
                <a:lnTo>
                  <a:pt x="0" y="75974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17497">
            <a:off x="8086858" y="7172227"/>
            <a:ext cx="2911784" cy="2052808"/>
          </a:xfrm>
          <a:custGeom>
            <a:avLst/>
            <a:gdLst/>
            <a:ahLst/>
            <a:cxnLst/>
            <a:rect r="r" b="b" t="t" l="l"/>
            <a:pathLst>
              <a:path h="2052808" w="2911784">
                <a:moveTo>
                  <a:pt x="0" y="0"/>
                </a:moveTo>
                <a:lnTo>
                  <a:pt x="2911784" y="0"/>
                </a:lnTo>
                <a:lnTo>
                  <a:pt x="2911784" y="2052807"/>
                </a:lnTo>
                <a:lnTo>
                  <a:pt x="0" y="20528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2839" y="7623016"/>
            <a:ext cx="1786267" cy="1786267"/>
          </a:xfrm>
          <a:custGeom>
            <a:avLst/>
            <a:gdLst/>
            <a:ahLst/>
            <a:cxnLst/>
            <a:rect r="r" b="b" t="t" l="l"/>
            <a:pathLst>
              <a:path h="1786267" w="1786267">
                <a:moveTo>
                  <a:pt x="0" y="0"/>
                </a:moveTo>
                <a:lnTo>
                  <a:pt x="1786267" y="0"/>
                </a:lnTo>
                <a:lnTo>
                  <a:pt x="1786267" y="1786268"/>
                </a:lnTo>
                <a:lnTo>
                  <a:pt x="0" y="17862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68180" y="586691"/>
            <a:ext cx="2528952" cy="2853542"/>
          </a:xfrm>
          <a:custGeom>
            <a:avLst/>
            <a:gdLst/>
            <a:ahLst/>
            <a:cxnLst/>
            <a:rect r="r" b="b" t="t" l="l"/>
            <a:pathLst>
              <a:path h="2853542" w="2528952">
                <a:moveTo>
                  <a:pt x="0" y="0"/>
                </a:moveTo>
                <a:lnTo>
                  <a:pt x="2528952" y="0"/>
                </a:lnTo>
                <a:lnTo>
                  <a:pt x="2528952" y="2853542"/>
                </a:lnTo>
                <a:lnTo>
                  <a:pt x="0" y="28535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05233" y="-243613"/>
            <a:ext cx="2095054" cy="2089817"/>
          </a:xfrm>
          <a:custGeom>
            <a:avLst/>
            <a:gdLst/>
            <a:ahLst/>
            <a:cxnLst/>
            <a:rect r="r" b="b" t="t" l="l"/>
            <a:pathLst>
              <a:path h="2089817" w="2095054">
                <a:moveTo>
                  <a:pt x="0" y="0"/>
                </a:moveTo>
                <a:lnTo>
                  <a:pt x="2095054" y="0"/>
                </a:lnTo>
                <a:lnTo>
                  <a:pt x="2095054" y="2089817"/>
                </a:lnTo>
                <a:lnTo>
                  <a:pt x="0" y="20898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783718">
            <a:off x="-3561939" y="-1918976"/>
            <a:ext cx="8823927" cy="4460094"/>
          </a:xfrm>
          <a:custGeom>
            <a:avLst/>
            <a:gdLst/>
            <a:ahLst/>
            <a:cxnLst/>
            <a:rect r="r" b="b" t="t" l="l"/>
            <a:pathLst>
              <a:path h="4460094" w="8823927">
                <a:moveTo>
                  <a:pt x="0" y="0"/>
                </a:moveTo>
                <a:lnTo>
                  <a:pt x="8823926" y="0"/>
                </a:lnTo>
                <a:lnTo>
                  <a:pt x="8823926" y="4460094"/>
                </a:lnTo>
                <a:lnTo>
                  <a:pt x="0" y="446009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418734" y="1709306"/>
            <a:ext cx="273797" cy="27379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555633" y="8397184"/>
            <a:ext cx="428844" cy="42884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39239" y="688612"/>
            <a:ext cx="259396" cy="25939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01595" y="4640906"/>
            <a:ext cx="148429" cy="14842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830456" y="3094222"/>
            <a:ext cx="428844" cy="42884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267446">
            <a:off x="9001810" y="1933372"/>
            <a:ext cx="2306578" cy="1629020"/>
          </a:xfrm>
          <a:custGeom>
            <a:avLst/>
            <a:gdLst/>
            <a:ahLst/>
            <a:cxnLst/>
            <a:rect r="r" b="b" t="t" l="l"/>
            <a:pathLst>
              <a:path h="1629020" w="2306578">
                <a:moveTo>
                  <a:pt x="0" y="0"/>
                </a:moveTo>
                <a:lnTo>
                  <a:pt x="2306577" y="0"/>
                </a:lnTo>
                <a:lnTo>
                  <a:pt x="2306577" y="1629021"/>
                </a:lnTo>
                <a:lnTo>
                  <a:pt x="0" y="162902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845973" y="904036"/>
            <a:ext cx="5958715" cy="144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8"/>
              </a:lnSpc>
            </a:pPr>
            <a:r>
              <a:rPr lang="en-US" sz="5528">
                <a:solidFill>
                  <a:srgbClr val="FED629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The problem we want to solve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18175" y="3160897"/>
            <a:ext cx="5006462" cy="5268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782">
                <a:solidFill>
                  <a:srgbClr val="FFFFFF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People often struggle to get meaningful, timely feedback on their work.</a:t>
            </a:r>
          </a:p>
          <a:p>
            <a:pPr algn="l">
              <a:lnSpc>
                <a:spcPts val="3782"/>
              </a:lnSpc>
            </a:pPr>
          </a:p>
          <a:p>
            <a:pPr algn="l">
              <a:lnSpc>
                <a:spcPts val="3782"/>
              </a:lnSpc>
            </a:pPr>
            <a:r>
              <a:rPr lang="en-US" sz="3782">
                <a:solidFill>
                  <a:srgbClr val="FFFFFF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There is no simple, centralized place where they can easily share projects and receive constructive input from others.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436061" y="8919818"/>
            <a:ext cx="259396" cy="259396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942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8601857">
            <a:off x="5470026" y="4106915"/>
            <a:ext cx="16804998" cy="8494163"/>
          </a:xfrm>
          <a:custGeom>
            <a:avLst/>
            <a:gdLst/>
            <a:ahLst/>
            <a:cxnLst/>
            <a:rect r="r" b="b" t="t" l="l"/>
            <a:pathLst>
              <a:path h="8494163" w="16804998">
                <a:moveTo>
                  <a:pt x="16804999" y="0"/>
                </a:moveTo>
                <a:lnTo>
                  <a:pt x="0" y="0"/>
                </a:lnTo>
                <a:lnTo>
                  <a:pt x="0" y="8494162"/>
                </a:lnTo>
                <a:lnTo>
                  <a:pt x="16804999" y="8494162"/>
                </a:lnTo>
                <a:lnTo>
                  <a:pt x="168049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31985" y="1048894"/>
            <a:ext cx="2528952" cy="2853542"/>
          </a:xfrm>
          <a:custGeom>
            <a:avLst/>
            <a:gdLst/>
            <a:ahLst/>
            <a:cxnLst/>
            <a:rect r="r" b="b" t="t" l="l"/>
            <a:pathLst>
              <a:path h="2853542" w="2528952">
                <a:moveTo>
                  <a:pt x="0" y="0"/>
                </a:moveTo>
                <a:lnTo>
                  <a:pt x="2528952" y="0"/>
                </a:lnTo>
                <a:lnTo>
                  <a:pt x="2528952" y="2853542"/>
                </a:lnTo>
                <a:lnTo>
                  <a:pt x="0" y="28535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06061" y="3902436"/>
            <a:ext cx="6113220" cy="6384564"/>
          </a:xfrm>
          <a:custGeom>
            <a:avLst/>
            <a:gdLst/>
            <a:ahLst/>
            <a:cxnLst/>
            <a:rect r="r" b="b" t="t" l="l"/>
            <a:pathLst>
              <a:path h="6384564" w="6113220">
                <a:moveTo>
                  <a:pt x="0" y="0"/>
                </a:moveTo>
                <a:lnTo>
                  <a:pt x="6113220" y="0"/>
                </a:lnTo>
                <a:lnTo>
                  <a:pt x="6113220" y="6384564"/>
                </a:lnTo>
                <a:lnTo>
                  <a:pt x="0" y="63845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592742" y="4236113"/>
            <a:ext cx="5867554" cy="1840648"/>
            <a:chOff x="0" y="0"/>
            <a:chExt cx="820826" cy="2574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0826" cy="257493"/>
            </a:xfrm>
            <a:custGeom>
              <a:avLst/>
              <a:gdLst/>
              <a:ahLst/>
              <a:cxnLst/>
              <a:rect r="r" b="b" t="t" l="l"/>
              <a:pathLst>
                <a:path h="257493" w="820826">
                  <a:moveTo>
                    <a:pt x="17153" y="0"/>
                  </a:moveTo>
                  <a:lnTo>
                    <a:pt x="803673" y="0"/>
                  </a:lnTo>
                  <a:cubicBezTo>
                    <a:pt x="808222" y="0"/>
                    <a:pt x="812585" y="1807"/>
                    <a:pt x="815802" y="5024"/>
                  </a:cubicBezTo>
                  <a:cubicBezTo>
                    <a:pt x="819019" y="8241"/>
                    <a:pt x="820826" y="12604"/>
                    <a:pt x="820826" y="17153"/>
                  </a:cubicBezTo>
                  <a:lnTo>
                    <a:pt x="820826" y="240340"/>
                  </a:lnTo>
                  <a:cubicBezTo>
                    <a:pt x="820826" y="244889"/>
                    <a:pt x="819019" y="249252"/>
                    <a:pt x="815802" y="252469"/>
                  </a:cubicBezTo>
                  <a:cubicBezTo>
                    <a:pt x="812585" y="255685"/>
                    <a:pt x="808222" y="257493"/>
                    <a:pt x="803673" y="257493"/>
                  </a:cubicBezTo>
                  <a:lnTo>
                    <a:pt x="17153" y="257493"/>
                  </a:lnTo>
                  <a:cubicBezTo>
                    <a:pt x="12604" y="257493"/>
                    <a:pt x="8241" y="255685"/>
                    <a:pt x="5024" y="252469"/>
                  </a:cubicBezTo>
                  <a:cubicBezTo>
                    <a:pt x="1807" y="249252"/>
                    <a:pt x="0" y="244889"/>
                    <a:pt x="0" y="240340"/>
                  </a:cubicBezTo>
                  <a:lnTo>
                    <a:pt x="0" y="17153"/>
                  </a:lnTo>
                  <a:cubicBezTo>
                    <a:pt x="0" y="12604"/>
                    <a:pt x="1807" y="8241"/>
                    <a:pt x="5024" y="5024"/>
                  </a:cubicBezTo>
                  <a:cubicBezTo>
                    <a:pt x="8241" y="1807"/>
                    <a:pt x="12604" y="0"/>
                    <a:pt x="1715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20826" cy="29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675523" y="6935707"/>
            <a:ext cx="5784773" cy="1866519"/>
            <a:chOff x="0" y="0"/>
            <a:chExt cx="798029" cy="2574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8029" cy="257493"/>
            </a:xfrm>
            <a:custGeom>
              <a:avLst/>
              <a:gdLst/>
              <a:ahLst/>
              <a:cxnLst/>
              <a:rect r="r" b="b" t="t" l="l"/>
              <a:pathLst>
                <a:path h="257493" w="798029">
                  <a:moveTo>
                    <a:pt x="17398" y="0"/>
                  </a:moveTo>
                  <a:lnTo>
                    <a:pt x="780631" y="0"/>
                  </a:lnTo>
                  <a:cubicBezTo>
                    <a:pt x="790239" y="0"/>
                    <a:pt x="798029" y="7789"/>
                    <a:pt x="798029" y="17398"/>
                  </a:cubicBezTo>
                  <a:lnTo>
                    <a:pt x="798029" y="240094"/>
                  </a:lnTo>
                  <a:cubicBezTo>
                    <a:pt x="798029" y="249703"/>
                    <a:pt x="790239" y="257493"/>
                    <a:pt x="780631" y="257493"/>
                  </a:cubicBezTo>
                  <a:lnTo>
                    <a:pt x="17398" y="257493"/>
                  </a:lnTo>
                  <a:cubicBezTo>
                    <a:pt x="7789" y="257493"/>
                    <a:pt x="0" y="249703"/>
                    <a:pt x="0" y="240094"/>
                  </a:cubicBezTo>
                  <a:lnTo>
                    <a:pt x="0" y="17398"/>
                  </a:lnTo>
                  <a:cubicBezTo>
                    <a:pt x="0" y="7789"/>
                    <a:pt x="7789" y="0"/>
                    <a:pt x="1739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98029" cy="29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65601" y="4236113"/>
            <a:ext cx="2447502" cy="1840648"/>
            <a:chOff x="0" y="0"/>
            <a:chExt cx="342387" cy="25749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2387" cy="257493"/>
            </a:xfrm>
            <a:custGeom>
              <a:avLst/>
              <a:gdLst/>
              <a:ahLst/>
              <a:cxnLst/>
              <a:rect r="r" b="b" t="t" l="l"/>
              <a:pathLst>
                <a:path h="257493" w="342387">
                  <a:moveTo>
                    <a:pt x="41122" y="0"/>
                  </a:moveTo>
                  <a:lnTo>
                    <a:pt x="301265" y="0"/>
                  </a:lnTo>
                  <a:cubicBezTo>
                    <a:pt x="323976" y="0"/>
                    <a:pt x="342387" y="18411"/>
                    <a:pt x="342387" y="41122"/>
                  </a:cubicBezTo>
                  <a:lnTo>
                    <a:pt x="342387" y="216371"/>
                  </a:lnTo>
                  <a:cubicBezTo>
                    <a:pt x="342387" y="227277"/>
                    <a:pt x="338054" y="237737"/>
                    <a:pt x="330343" y="245448"/>
                  </a:cubicBezTo>
                  <a:cubicBezTo>
                    <a:pt x="322631" y="253160"/>
                    <a:pt x="312171" y="257493"/>
                    <a:pt x="301265" y="257493"/>
                  </a:cubicBezTo>
                  <a:lnTo>
                    <a:pt x="41122" y="257493"/>
                  </a:lnTo>
                  <a:cubicBezTo>
                    <a:pt x="30215" y="257493"/>
                    <a:pt x="19756" y="253160"/>
                    <a:pt x="12044" y="245448"/>
                  </a:cubicBezTo>
                  <a:cubicBezTo>
                    <a:pt x="4332" y="237737"/>
                    <a:pt x="0" y="227277"/>
                    <a:pt x="0" y="216371"/>
                  </a:cubicBezTo>
                  <a:lnTo>
                    <a:pt x="0" y="41122"/>
                  </a:lnTo>
                  <a:cubicBezTo>
                    <a:pt x="0" y="30215"/>
                    <a:pt x="4332" y="19756"/>
                    <a:pt x="12044" y="12044"/>
                  </a:cubicBezTo>
                  <a:cubicBezTo>
                    <a:pt x="19756" y="4332"/>
                    <a:pt x="30215" y="0"/>
                    <a:pt x="41122" y="0"/>
                  </a:cubicBezTo>
                  <a:close/>
                </a:path>
              </a:pathLst>
            </a:custGeom>
            <a:solidFill>
              <a:srgbClr val="36D6C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42387" cy="29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924106" y="6935707"/>
            <a:ext cx="2481903" cy="1866519"/>
            <a:chOff x="0" y="0"/>
            <a:chExt cx="342387" cy="2574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2387" cy="257493"/>
            </a:xfrm>
            <a:custGeom>
              <a:avLst/>
              <a:gdLst/>
              <a:ahLst/>
              <a:cxnLst/>
              <a:rect r="r" b="b" t="t" l="l"/>
              <a:pathLst>
                <a:path h="257493" w="342387">
                  <a:moveTo>
                    <a:pt x="40552" y="0"/>
                  </a:moveTo>
                  <a:lnTo>
                    <a:pt x="301835" y="0"/>
                  </a:lnTo>
                  <a:cubicBezTo>
                    <a:pt x="324231" y="0"/>
                    <a:pt x="342387" y="18156"/>
                    <a:pt x="342387" y="40552"/>
                  </a:cubicBezTo>
                  <a:lnTo>
                    <a:pt x="342387" y="216941"/>
                  </a:lnTo>
                  <a:cubicBezTo>
                    <a:pt x="342387" y="227696"/>
                    <a:pt x="338114" y="238010"/>
                    <a:pt x="330510" y="245615"/>
                  </a:cubicBezTo>
                  <a:cubicBezTo>
                    <a:pt x="322905" y="253220"/>
                    <a:pt x="312590" y="257493"/>
                    <a:pt x="301835" y="257493"/>
                  </a:cubicBezTo>
                  <a:lnTo>
                    <a:pt x="40552" y="257493"/>
                  </a:lnTo>
                  <a:cubicBezTo>
                    <a:pt x="29797" y="257493"/>
                    <a:pt x="19482" y="253220"/>
                    <a:pt x="11877" y="245615"/>
                  </a:cubicBezTo>
                  <a:cubicBezTo>
                    <a:pt x="4272" y="238010"/>
                    <a:pt x="0" y="227696"/>
                    <a:pt x="0" y="216941"/>
                  </a:cubicBezTo>
                  <a:lnTo>
                    <a:pt x="0" y="40552"/>
                  </a:lnTo>
                  <a:cubicBezTo>
                    <a:pt x="0" y="29797"/>
                    <a:pt x="4272" y="19482"/>
                    <a:pt x="11877" y="11877"/>
                  </a:cubicBezTo>
                  <a:cubicBezTo>
                    <a:pt x="19482" y="4272"/>
                    <a:pt x="29797" y="0"/>
                    <a:pt x="40552" y="0"/>
                  </a:cubicBezTo>
                  <a:close/>
                </a:path>
              </a:pathLst>
            </a:custGeom>
            <a:solidFill>
              <a:srgbClr val="36D6C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42387" cy="29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534076" y="7184976"/>
            <a:ext cx="1261963" cy="1367981"/>
          </a:xfrm>
          <a:custGeom>
            <a:avLst/>
            <a:gdLst/>
            <a:ahLst/>
            <a:cxnLst/>
            <a:rect r="r" b="b" t="t" l="l"/>
            <a:pathLst>
              <a:path h="1367981" w="1261963">
                <a:moveTo>
                  <a:pt x="0" y="0"/>
                </a:moveTo>
                <a:lnTo>
                  <a:pt x="1261963" y="0"/>
                </a:lnTo>
                <a:lnTo>
                  <a:pt x="1261963" y="1367982"/>
                </a:lnTo>
                <a:lnTo>
                  <a:pt x="0" y="13679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422551" y="4476699"/>
            <a:ext cx="1333601" cy="1333601"/>
          </a:xfrm>
          <a:custGeom>
            <a:avLst/>
            <a:gdLst/>
            <a:ahLst/>
            <a:cxnLst/>
            <a:rect r="r" b="b" t="t" l="l"/>
            <a:pathLst>
              <a:path h="1333601" w="1333601">
                <a:moveTo>
                  <a:pt x="0" y="0"/>
                </a:moveTo>
                <a:lnTo>
                  <a:pt x="1333602" y="0"/>
                </a:lnTo>
                <a:lnTo>
                  <a:pt x="1333602" y="1333602"/>
                </a:lnTo>
                <a:lnTo>
                  <a:pt x="0" y="13336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1783718">
            <a:off x="-4753469" y="-1651908"/>
            <a:ext cx="8823927" cy="4460094"/>
          </a:xfrm>
          <a:custGeom>
            <a:avLst/>
            <a:gdLst/>
            <a:ahLst/>
            <a:cxnLst/>
            <a:rect r="r" b="b" t="t" l="l"/>
            <a:pathLst>
              <a:path h="4460094" w="8823927">
                <a:moveTo>
                  <a:pt x="0" y="0"/>
                </a:moveTo>
                <a:lnTo>
                  <a:pt x="8823927" y="0"/>
                </a:lnTo>
                <a:lnTo>
                  <a:pt x="8823927" y="4460093"/>
                </a:lnTo>
                <a:lnTo>
                  <a:pt x="0" y="4460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006859" y="1166486"/>
            <a:ext cx="6366236" cy="2374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0"/>
              </a:lnSpc>
            </a:pPr>
            <a:r>
              <a:rPr lang="en-US" sz="6100">
                <a:solidFill>
                  <a:srgbClr val="FED629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Our solution: An active learning ecosystem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436251">
            <a:off x="9487258" y="8266912"/>
            <a:ext cx="2812449" cy="1982777"/>
          </a:xfrm>
          <a:custGeom>
            <a:avLst/>
            <a:gdLst/>
            <a:ahLst/>
            <a:cxnLst/>
            <a:rect r="r" b="b" t="t" l="l"/>
            <a:pathLst>
              <a:path h="1982777" w="2812449">
                <a:moveTo>
                  <a:pt x="0" y="0"/>
                </a:moveTo>
                <a:lnTo>
                  <a:pt x="2812450" y="0"/>
                </a:lnTo>
                <a:lnTo>
                  <a:pt x="2812450" y="1982776"/>
                </a:lnTo>
                <a:lnTo>
                  <a:pt x="0" y="198277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942190">
            <a:off x="15821269" y="658513"/>
            <a:ext cx="1842237" cy="1301080"/>
          </a:xfrm>
          <a:custGeom>
            <a:avLst/>
            <a:gdLst/>
            <a:ahLst/>
            <a:cxnLst/>
            <a:rect r="r" b="b" t="t" l="l"/>
            <a:pathLst>
              <a:path h="1301080" w="1842237">
                <a:moveTo>
                  <a:pt x="0" y="0"/>
                </a:moveTo>
                <a:lnTo>
                  <a:pt x="1842236" y="0"/>
                </a:lnTo>
                <a:lnTo>
                  <a:pt x="1842236" y="1301080"/>
                </a:lnTo>
                <a:lnTo>
                  <a:pt x="0" y="130108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4262510" y="797439"/>
            <a:ext cx="273797" cy="27379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35911" y="3473592"/>
            <a:ext cx="428844" cy="428844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988713" y="9529121"/>
            <a:ext cx="273797" cy="273797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91802" y="8905993"/>
            <a:ext cx="136898" cy="136898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642240" y="6303509"/>
            <a:ext cx="136898" cy="136898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616336" y="9258300"/>
            <a:ext cx="289298" cy="289298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471687" y="652790"/>
            <a:ext cx="289298" cy="289298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-769095" y="5405033"/>
            <a:ext cx="1933850" cy="1933850"/>
          </a:xfrm>
          <a:custGeom>
            <a:avLst/>
            <a:gdLst/>
            <a:ahLst/>
            <a:cxnLst/>
            <a:rect r="r" b="b" t="t" l="l"/>
            <a:pathLst>
              <a:path h="1933850" w="1933850">
                <a:moveTo>
                  <a:pt x="0" y="0"/>
                </a:moveTo>
                <a:lnTo>
                  <a:pt x="1933850" y="0"/>
                </a:lnTo>
                <a:lnTo>
                  <a:pt x="1933850" y="1933850"/>
                </a:lnTo>
                <a:lnTo>
                  <a:pt x="0" y="19338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4460811" y="4447747"/>
            <a:ext cx="4836085" cy="1369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6"/>
              </a:lnSpc>
              <a:spcBef>
                <a:spcPct val="0"/>
              </a:spcBef>
            </a:pPr>
            <a:r>
              <a:rPr lang="en-US" sz="1947">
                <a:solidFill>
                  <a:srgbClr val="000000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We replace vague c</a:t>
            </a:r>
            <a:r>
              <a:rPr lang="en-US" sz="1947">
                <a:solidFill>
                  <a:srgbClr val="000000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omments with "Pinpoint" markers. Students select the exact paragraph to critique, grounding every piece of feedback in context.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595636" y="7193187"/>
            <a:ext cx="4548364" cy="136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  <a:spcBef>
                <a:spcPct val="0"/>
              </a:spcBef>
            </a:pPr>
            <a:r>
              <a:rPr lang="en-US" sz="1950">
                <a:solidFill>
                  <a:srgbClr val="000000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Safe, private sandboxes for cohorts to iterate on work. This removes the "fear of failure" associated with public platforms like GitHub.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942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8184574">
            <a:off x="6828108" y="3749691"/>
            <a:ext cx="16804998" cy="8494163"/>
          </a:xfrm>
          <a:custGeom>
            <a:avLst/>
            <a:gdLst/>
            <a:ahLst/>
            <a:cxnLst/>
            <a:rect r="r" b="b" t="t" l="l"/>
            <a:pathLst>
              <a:path h="8494163" w="16804998">
                <a:moveTo>
                  <a:pt x="16804999" y="0"/>
                </a:moveTo>
                <a:lnTo>
                  <a:pt x="0" y="0"/>
                </a:lnTo>
                <a:lnTo>
                  <a:pt x="0" y="8494163"/>
                </a:lnTo>
                <a:lnTo>
                  <a:pt x="16804999" y="8494163"/>
                </a:lnTo>
                <a:lnTo>
                  <a:pt x="168049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18863" y="3146430"/>
            <a:ext cx="2995133" cy="6019060"/>
            <a:chOff x="0" y="0"/>
            <a:chExt cx="788842" cy="15852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8842" cy="1585267"/>
            </a:xfrm>
            <a:custGeom>
              <a:avLst/>
              <a:gdLst/>
              <a:ahLst/>
              <a:cxnLst/>
              <a:rect r="r" b="b" t="t" l="l"/>
              <a:pathLst>
                <a:path h="1585267" w="788842">
                  <a:moveTo>
                    <a:pt x="33603" y="0"/>
                  </a:moveTo>
                  <a:lnTo>
                    <a:pt x="755239" y="0"/>
                  </a:lnTo>
                  <a:cubicBezTo>
                    <a:pt x="764151" y="0"/>
                    <a:pt x="772698" y="3540"/>
                    <a:pt x="779000" y="9842"/>
                  </a:cubicBezTo>
                  <a:cubicBezTo>
                    <a:pt x="785301" y="16144"/>
                    <a:pt x="788842" y="24691"/>
                    <a:pt x="788842" y="33603"/>
                  </a:cubicBezTo>
                  <a:lnTo>
                    <a:pt x="788842" y="1551664"/>
                  </a:lnTo>
                  <a:cubicBezTo>
                    <a:pt x="788842" y="1560576"/>
                    <a:pt x="785301" y="1569123"/>
                    <a:pt x="779000" y="1575425"/>
                  </a:cubicBezTo>
                  <a:cubicBezTo>
                    <a:pt x="772698" y="1581726"/>
                    <a:pt x="764151" y="1585267"/>
                    <a:pt x="755239" y="1585267"/>
                  </a:cubicBezTo>
                  <a:lnTo>
                    <a:pt x="33603" y="1585267"/>
                  </a:lnTo>
                  <a:cubicBezTo>
                    <a:pt x="15045" y="1585267"/>
                    <a:pt x="0" y="1570222"/>
                    <a:pt x="0" y="1551664"/>
                  </a:cubicBezTo>
                  <a:lnTo>
                    <a:pt x="0" y="33603"/>
                  </a:lnTo>
                  <a:cubicBezTo>
                    <a:pt x="0" y="15045"/>
                    <a:pt x="15045" y="0"/>
                    <a:pt x="3360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88842" cy="1623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18863" y="3146430"/>
            <a:ext cx="2995133" cy="2071683"/>
            <a:chOff x="0" y="0"/>
            <a:chExt cx="788842" cy="5456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8842" cy="545629"/>
            </a:xfrm>
            <a:custGeom>
              <a:avLst/>
              <a:gdLst/>
              <a:ahLst/>
              <a:cxnLst/>
              <a:rect r="r" b="b" t="t" l="l"/>
              <a:pathLst>
                <a:path h="545629" w="788842">
                  <a:moveTo>
                    <a:pt x="33603" y="0"/>
                  </a:moveTo>
                  <a:lnTo>
                    <a:pt x="755239" y="0"/>
                  </a:lnTo>
                  <a:cubicBezTo>
                    <a:pt x="764151" y="0"/>
                    <a:pt x="772698" y="3540"/>
                    <a:pt x="779000" y="9842"/>
                  </a:cubicBezTo>
                  <a:cubicBezTo>
                    <a:pt x="785301" y="16144"/>
                    <a:pt x="788842" y="24691"/>
                    <a:pt x="788842" y="33603"/>
                  </a:cubicBezTo>
                  <a:lnTo>
                    <a:pt x="788842" y="512026"/>
                  </a:lnTo>
                  <a:cubicBezTo>
                    <a:pt x="788842" y="530584"/>
                    <a:pt x="773797" y="545629"/>
                    <a:pt x="755239" y="545629"/>
                  </a:cubicBezTo>
                  <a:lnTo>
                    <a:pt x="33603" y="545629"/>
                  </a:lnTo>
                  <a:cubicBezTo>
                    <a:pt x="15045" y="545629"/>
                    <a:pt x="0" y="530584"/>
                    <a:pt x="0" y="512026"/>
                  </a:cubicBezTo>
                  <a:lnTo>
                    <a:pt x="0" y="33603"/>
                  </a:lnTo>
                  <a:cubicBezTo>
                    <a:pt x="0" y="15045"/>
                    <a:pt x="15045" y="0"/>
                    <a:pt x="33603" y="0"/>
                  </a:cubicBezTo>
                  <a:close/>
                </a:path>
              </a:pathLst>
            </a:custGeom>
            <a:solidFill>
              <a:srgbClr val="FED62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88842" cy="583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805911" y="4551539"/>
            <a:ext cx="6528423" cy="5802136"/>
          </a:xfrm>
          <a:custGeom>
            <a:avLst/>
            <a:gdLst/>
            <a:ahLst/>
            <a:cxnLst/>
            <a:rect r="r" b="b" t="t" l="l"/>
            <a:pathLst>
              <a:path h="5802136" w="6528423">
                <a:moveTo>
                  <a:pt x="0" y="0"/>
                </a:moveTo>
                <a:lnTo>
                  <a:pt x="6528423" y="0"/>
                </a:lnTo>
                <a:lnTo>
                  <a:pt x="6528423" y="5802136"/>
                </a:lnTo>
                <a:lnTo>
                  <a:pt x="0" y="5802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62692" y="1381765"/>
            <a:ext cx="7481308" cy="831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0"/>
              </a:lnSpc>
            </a:pPr>
            <a:r>
              <a:rPr lang="en-US" sz="6100">
                <a:solidFill>
                  <a:srgbClr val="FED629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Impact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783718">
            <a:off x="-4120594" y="-1442937"/>
            <a:ext cx="8823927" cy="4460094"/>
          </a:xfrm>
          <a:custGeom>
            <a:avLst/>
            <a:gdLst/>
            <a:ahLst/>
            <a:cxnLst/>
            <a:rect r="r" b="b" t="t" l="l"/>
            <a:pathLst>
              <a:path h="4460094" w="8823927">
                <a:moveTo>
                  <a:pt x="0" y="0"/>
                </a:moveTo>
                <a:lnTo>
                  <a:pt x="8823927" y="0"/>
                </a:lnTo>
                <a:lnTo>
                  <a:pt x="8823927" y="4460093"/>
                </a:lnTo>
                <a:lnTo>
                  <a:pt x="0" y="4460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269047" y="7344066"/>
            <a:ext cx="1416157" cy="1821424"/>
          </a:xfrm>
          <a:custGeom>
            <a:avLst/>
            <a:gdLst/>
            <a:ahLst/>
            <a:cxnLst/>
            <a:rect r="r" b="b" t="t" l="l"/>
            <a:pathLst>
              <a:path h="1821424" w="1416157">
                <a:moveTo>
                  <a:pt x="0" y="0"/>
                </a:moveTo>
                <a:lnTo>
                  <a:pt x="1416158" y="0"/>
                </a:lnTo>
                <a:lnTo>
                  <a:pt x="1416158" y="1821424"/>
                </a:lnTo>
                <a:lnTo>
                  <a:pt x="0" y="18214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719820" y="1048637"/>
            <a:ext cx="1868675" cy="1868675"/>
          </a:xfrm>
          <a:custGeom>
            <a:avLst/>
            <a:gdLst/>
            <a:ahLst/>
            <a:cxnLst/>
            <a:rect r="r" b="b" t="t" l="l"/>
            <a:pathLst>
              <a:path h="1868675" w="1868675">
                <a:moveTo>
                  <a:pt x="0" y="0"/>
                </a:moveTo>
                <a:lnTo>
                  <a:pt x="1868675" y="0"/>
                </a:lnTo>
                <a:lnTo>
                  <a:pt x="1868675" y="1868675"/>
                </a:lnTo>
                <a:lnTo>
                  <a:pt x="0" y="1868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070122" y="-1188343"/>
            <a:ext cx="1972207" cy="2710937"/>
          </a:xfrm>
          <a:custGeom>
            <a:avLst/>
            <a:gdLst/>
            <a:ahLst/>
            <a:cxnLst/>
            <a:rect r="r" b="b" t="t" l="l"/>
            <a:pathLst>
              <a:path h="2710937" w="1972207">
                <a:moveTo>
                  <a:pt x="0" y="0"/>
                </a:moveTo>
                <a:lnTo>
                  <a:pt x="1972207" y="0"/>
                </a:lnTo>
                <a:lnTo>
                  <a:pt x="1972207" y="2710938"/>
                </a:lnTo>
                <a:lnTo>
                  <a:pt x="0" y="27109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726690" y="3146430"/>
            <a:ext cx="2562231" cy="6019060"/>
            <a:chOff x="0" y="0"/>
            <a:chExt cx="674826" cy="15852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4826" cy="1585267"/>
            </a:xfrm>
            <a:custGeom>
              <a:avLst/>
              <a:gdLst/>
              <a:ahLst/>
              <a:cxnLst/>
              <a:rect r="r" b="b" t="t" l="l"/>
              <a:pathLst>
                <a:path h="1585267" w="674826">
                  <a:moveTo>
                    <a:pt x="39280" y="0"/>
                  </a:moveTo>
                  <a:lnTo>
                    <a:pt x="635546" y="0"/>
                  </a:lnTo>
                  <a:cubicBezTo>
                    <a:pt x="657240" y="0"/>
                    <a:pt x="674826" y="17586"/>
                    <a:pt x="674826" y="39280"/>
                  </a:cubicBezTo>
                  <a:lnTo>
                    <a:pt x="674826" y="1545987"/>
                  </a:lnTo>
                  <a:cubicBezTo>
                    <a:pt x="674826" y="1556404"/>
                    <a:pt x="670688" y="1566395"/>
                    <a:pt x="663321" y="1573762"/>
                  </a:cubicBezTo>
                  <a:cubicBezTo>
                    <a:pt x="655955" y="1581128"/>
                    <a:pt x="645964" y="1585267"/>
                    <a:pt x="635546" y="1585267"/>
                  </a:cubicBezTo>
                  <a:lnTo>
                    <a:pt x="39280" y="1585267"/>
                  </a:lnTo>
                  <a:cubicBezTo>
                    <a:pt x="28862" y="1585267"/>
                    <a:pt x="18871" y="1581128"/>
                    <a:pt x="11505" y="1573762"/>
                  </a:cubicBezTo>
                  <a:cubicBezTo>
                    <a:pt x="4138" y="1566395"/>
                    <a:pt x="0" y="1556404"/>
                    <a:pt x="0" y="1545987"/>
                  </a:cubicBezTo>
                  <a:lnTo>
                    <a:pt x="0" y="39280"/>
                  </a:lnTo>
                  <a:cubicBezTo>
                    <a:pt x="0" y="28862"/>
                    <a:pt x="4138" y="18871"/>
                    <a:pt x="11505" y="11505"/>
                  </a:cubicBezTo>
                  <a:cubicBezTo>
                    <a:pt x="18871" y="4138"/>
                    <a:pt x="28862" y="0"/>
                    <a:pt x="3928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74826" cy="1623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26690" y="3146430"/>
            <a:ext cx="2562231" cy="2106521"/>
            <a:chOff x="0" y="0"/>
            <a:chExt cx="674826" cy="5548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4826" cy="554804"/>
            </a:xfrm>
            <a:custGeom>
              <a:avLst/>
              <a:gdLst/>
              <a:ahLst/>
              <a:cxnLst/>
              <a:rect r="r" b="b" t="t" l="l"/>
              <a:pathLst>
                <a:path h="554804" w="674826">
                  <a:moveTo>
                    <a:pt x="39280" y="0"/>
                  </a:moveTo>
                  <a:lnTo>
                    <a:pt x="635546" y="0"/>
                  </a:lnTo>
                  <a:cubicBezTo>
                    <a:pt x="657240" y="0"/>
                    <a:pt x="674826" y="17586"/>
                    <a:pt x="674826" y="39280"/>
                  </a:cubicBezTo>
                  <a:lnTo>
                    <a:pt x="674826" y="515524"/>
                  </a:lnTo>
                  <a:cubicBezTo>
                    <a:pt x="674826" y="525941"/>
                    <a:pt x="670688" y="535932"/>
                    <a:pt x="663321" y="543299"/>
                  </a:cubicBezTo>
                  <a:cubicBezTo>
                    <a:pt x="655955" y="550665"/>
                    <a:pt x="645964" y="554804"/>
                    <a:pt x="635546" y="554804"/>
                  </a:cubicBezTo>
                  <a:lnTo>
                    <a:pt x="39280" y="554804"/>
                  </a:lnTo>
                  <a:cubicBezTo>
                    <a:pt x="28862" y="554804"/>
                    <a:pt x="18871" y="550665"/>
                    <a:pt x="11505" y="543299"/>
                  </a:cubicBezTo>
                  <a:cubicBezTo>
                    <a:pt x="4138" y="535932"/>
                    <a:pt x="0" y="525941"/>
                    <a:pt x="0" y="515524"/>
                  </a:cubicBezTo>
                  <a:lnTo>
                    <a:pt x="0" y="39280"/>
                  </a:lnTo>
                  <a:cubicBezTo>
                    <a:pt x="0" y="28862"/>
                    <a:pt x="4138" y="18871"/>
                    <a:pt x="11505" y="11505"/>
                  </a:cubicBezTo>
                  <a:cubicBezTo>
                    <a:pt x="18871" y="4138"/>
                    <a:pt x="28862" y="0"/>
                    <a:pt x="39280" y="0"/>
                  </a:cubicBezTo>
                  <a:close/>
                </a:path>
              </a:pathLst>
            </a:custGeom>
            <a:solidFill>
              <a:srgbClr val="FED62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74826" cy="592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2315601" y="3487392"/>
            <a:ext cx="1384410" cy="1412663"/>
          </a:xfrm>
          <a:custGeom>
            <a:avLst/>
            <a:gdLst/>
            <a:ahLst/>
            <a:cxnLst/>
            <a:rect r="r" b="b" t="t" l="l"/>
            <a:pathLst>
              <a:path h="1412663" w="1384410">
                <a:moveTo>
                  <a:pt x="0" y="0"/>
                </a:moveTo>
                <a:lnTo>
                  <a:pt x="1384409" y="0"/>
                </a:lnTo>
                <a:lnTo>
                  <a:pt x="1384409" y="1412663"/>
                </a:lnTo>
                <a:lnTo>
                  <a:pt x="0" y="14126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899047" y="5428364"/>
            <a:ext cx="2217516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500">
                <a:solidFill>
                  <a:srgbClr val="004AAD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Retention &amp; Engagement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07672" y="5396614"/>
            <a:ext cx="2217516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500">
                <a:solidFill>
                  <a:srgbClr val="004AAD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Job-Ready Soft Skills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262510" y="797439"/>
            <a:ext cx="273797" cy="273797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2689" y="3146430"/>
            <a:ext cx="428844" cy="428844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517259" y="5736339"/>
            <a:ext cx="136898" cy="136898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988713" y="9529121"/>
            <a:ext cx="273797" cy="273797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7042329" y="1868675"/>
            <a:ext cx="273797" cy="273797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192080" y="934337"/>
            <a:ext cx="428844" cy="428844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236144" y="3146430"/>
            <a:ext cx="2562231" cy="6019060"/>
            <a:chOff x="0" y="0"/>
            <a:chExt cx="3416308" cy="8025413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3416308" cy="8025413"/>
              <a:chOff x="0" y="0"/>
              <a:chExt cx="674826" cy="1585267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674826" cy="1585267"/>
              </a:xfrm>
              <a:custGeom>
                <a:avLst/>
                <a:gdLst/>
                <a:ahLst/>
                <a:cxnLst/>
                <a:rect r="r" b="b" t="t" l="l"/>
                <a:pathLst>
                  <a:path h="1585267" w="674826">
                    <a:moveTo>
                      <a:pt x="39280" y="0"/>
                    </a:moveTo>
                    <a:lnTo>
                      <a:pt x="635546" y="0"/>
                    </a:lnTo>
                    <a:cubicBezTo>
                      <a:pt x="657240" y="0"/>
                      <a:pt x="674826" y="17586"/>
                      <a:pt x="674826" y="39280"/>
                    </a:cubicBezTo>
                    <a:lnTo>
                      <a:pt x="674826" y="1545987"/>
                    </a:lnTo>
                    <a:cubicBezTo>
                      <a:pt x="674826" y="1556404"/>
                      <a:pt x="670688" y="1566395"/>
                      <a:pt x="663321" y="1573762"/>
                    </a:cubicBezTo>
                    <a:cubicBezTo>
                      <a:pt x="655955" y="1581128"/>
                      <a:pt x="645964" y="1585267"/>
                      <a:pt x="635546" y="1585267"/>
                    </a:cubicBezTo>
                    <a:lnTo>
                      <a:pt x="39280" y="1585267"/>
                    </a:lnTo>
                    <a:cubicBezTo>
                      <a:pt x="28862" y="1585267"/>
                      <a:pt x="18871" y="1581128"/>
                      <a:pt x="11505" y="1573762"/>
                    </a:cubicBezTo>
                    <a:cubicBezTo>
                      <a:pt x="4138" y="1566395"/>
                      <a:pt x="0" y="1556404"/>
                      <a:pt x="0" y="1545987"/>
                    </a:cubicBezTo>
                    <a:lnTo>
                      <a:pt x="0" y="39280"/>
                    </a:lnTo>
                    <a:cubicBezTo>
                      <a:pt x="0" y="28862"/>
                      <a:pt x="4138" y="18871"/>
                      <a:pt x="11505" y="11505"/>
                    </a:cubicBezTo>
                    <a:cubicBezTo>
                      <a:pt x="18871" y="4138"/>
                      <a:pt x="28862" y="0"/>
                      <a:pt x="3928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674826" cy="16233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0"/>
              <a:ext cx="3416308" cy="2808694"/>
              <a:chOff x="0" y="0"/>
              <a:chExt cx="674826" cy="554804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674826" cy="554804"/>
              </a:xfrm>
              <a:custGeom>
                <a:avLst/>
                <a:gdLst/>
                <a:ahLst/>
                <a:cxnLst/>
                <a:rect r="r" b="b" t="t" l="l"/>
                <a:pathLst>
                  <a:path h="554804" w="674826">
                    <a:moveTo>
                      <a:pt x="39280" y="0"/>
                    </a:moveTo>
                    <a:lnTo>
                      <a:pt x="635546" y="0"/>
                    </a:lnTo>
                    <a:cubicBezTo>
                      <a:pt x="657240" y="0"/>
                      <a:pt x="674826" y="17586"/>
                      <a:pt x="674826" y="39280"/>
                    </a:cubicBezTo>
                    <a:lnTo>
                      <a:pt x="674826" y="515524"/>
                    </a:lnTo>
                    <a:cubicBezTo>
                      <a:pt x="674826" y="525941"/>
                      <a:pt x="670688" y="535932"/>
                      <a:pt x="663321" y="543299"/>
                    </a:cubicBezTo>
                    <a:cubicBezTo>
                      <a:pt x="655955" y="550665"/>
                      <a:pt x="645964" y="554804"/>
                      <a:pt x="635546" y="554804"/>
                    </a:cubicBezTo>
                    <a:lnTo>
                      <a:pt x="39280" y="554804"/>
                    </a:lnTo>
                    <a:cubicBezTo>
                      <a:pt x="28862" y="554804"/>
                      <a:pt x="18871" y="550665"/>
                      <a:pt x="11505" y="543299"/>
                    </a:cubicBezTo>
                    <a:cubicBezTo>
                      <a:pt x="4138" y="535932"/>
                      <a:pt x="0" y="525941"/>
                      <a:pt x="0" y="515524"/>
                    </a:cubicBezTo>
                    <a:lnTo>
                      <a:pt x="0" y="39280"/>
                    </a:lnTo>
                    <a:cubicBezTo>
                      <a:pt x="0" y="28862"/>
                      <a:pt x="4138" y="18871"/>
                      <a:pt x="11505" y="11505"/>
                    </a:cubicBezTo>
                    <a:cubicBezTo>
                      <a:pt x="18871" y="4138"/>
                      <a:pt x="28862" y="0"/>
                      <a:pt x="39280" y="0"/>
                    </a:cubicBezTo>
                    <a:close/>
                  </a:path>
                </a:pathLst>
              </a:custGeom>
              <a:solidFill>
                <a:srgbClr val="FED629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674826" cy="5929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49" id="49"/>
          <p:cNvSpPr/>
          <p:nvPr/>
        </p:nvSpPr>
        <p:spPr>
          <a:xfrm flipH="false" flipV="false" rot="0">
            <a:off x="8770029" y="3413301"/>
            <a:ext cx="1494460" cy="1498206"/>
          </a:xfrm>
          <a:custGeom>
            <a:avLst/>
            <a:gdLst/>
            <a:ahLst/>
            <a:cxnLst/>
            <a:rect r="r" b="b" t="t" l="l"/>
            <a:pathLst>
              <a:path h="1498206" w="1494460">
                <a:moveTo>
                  <a:pt x="0" y="0"/>
                </a:moveTo>
                <a:lnTo>
                  <a:pt x="1494460" y="0"/>
                </a:lnTo>
                <a:lnTo>
                  <a:pt x="1494460" y="1498206"/>
                </a:lnTo>
                <a:lnTo>
                  <a:pt x="0" y="14982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8476950" y="5396614"/>
            <a:ext cx="221751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500">
                <a:solidFill>
                  <a:srgbClr val="004AAD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Deep Mastery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955002" y="6328738"/>
            <a:ext cx="2105607" cy="2666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Combating the isolation </a:t>
            </a:r>
            <a:r>
              <a:rPr lang="en-US" sz="1899">
                <a:solidFill>
                  <a:srgbClr val="000000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of remote learning. Our "Hubs" create the social glue that keeps students enrolled and engaged.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012060" y="6107814"/>
            <a:ext cx="2426059" cy="2666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Empl</a:t>
            </a:r>
            <a:r>
              <a:rPr lang="en-US" sz="1899">
                <a:solidFill>
                  <a:srgbClr val="000000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oyers demand collaboration. We turn every assignment into a simulation of a real-world code review, building essential diplomacy skills.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461487" y="5844662"/>
            <a:ext cx="2111544" cy="299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Leveraging the "Giver Effect." Research shows students learn 20% more when they critique peers than when they just passively study alone.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5507547" y="3475941"/>
            <a:ext cx="1322516" cy="1435566"/>
          </a:xfrm>
          <a:custGeom>
            <a:avLst/>
            <a:gdLst/>
            <a:ahLst/>
            <a:cxnLst/>
            <a:rect r="r" b="b" t="t" l="l"/>
            <a:pathLst>
              <a:path h="1435566" w="1322516">
                <a:moveTo>
                  <a:pt x="0" y="0"/>
                </a:moveTo>
                <a:lnTo>
                  <a:pt x="1322515" y="0"/>
                </a:lnTo>
                <a:lnTo>
                  <a:pt x="1322515" y="1435566"/>
                </a:lnTo>
                <a:lnTo>
                  <a:pt x="0" y="143556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942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28393">
            <a:off x="-3515452" y="4894024"/>
            <a:ext cx="16804998" cy="8494163"/>
          </a:xfrm>
          <a:custGeom>
            <a:avLst/>
            <a:gdLst/>
            <a:ahLst/>
            <a:cxnLst/>
            <a:rect r="r" b="b" t="t" l="l"/>
            <a:pathLst>
              <a:path h="8494163" w="16804998">
                <a:moveTo>
                  <a:pt x="0" y="0"/>
                </a:moveTo>
                <a:lnTo>
                  <a:pt x="16804999" y="0"/>
                </a:lnTo>
                <a:lnTo>
                  <a:pt x="16804999" y="8494163"/>
                </a:lnTo>
                <a:lnTo>
                  <a:pt x="0" y="84941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5045" y="3579854"/>
            <a:ext cx="5563463" cy="6826335"/>
          </a:xfrm>
          <a:custGeom>
            <a:avLst/>
            <a:gdLst/>
            <a:ahLst/>
            <a:cxnLst/>
            <a:rect r="r" b="b" t="t" l="l"/>
            <a:pathLst>
              <a:path h="6826335" w="5563463">
                <a:moveTo>
                  <a:pt x="0" y="0"/>
                </a:moveTo>
                <a:lnTo>
                  <a:pt x="5563463" y="0"/>
                </a:lnTo>
                <a:lnTo>
                  <a:pt x="5563463" y="6826335"/>
                </a:lnTo>
                <a:lnTo>
                  <a:pt x="0" y="6826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04486" y="4370073"/>
            <a:ext cx="6636858" cy="1955335"/>
            <a:chOff x="0" y="0"/>
            <a:chExt cx="1747979" cy="5149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7979" cy="514985"/>
            </a:xfrm>
            <a:custGeom>
              <a:avLst/>
              <a:gdLst/>
              <a:ahLst/>
              <a:cxnLst/>
              <a:rect r="r" b="b" t="t" l="l"/>
              <a:pathLst>
                <a:path h="514985" w="1747979">
                  <a:moveTo>
                    <a:pt x="15165" y="0"/>
                  </a:moveTo>
                  <a:lnTo>
                    <a:pt x="1732814" y="0"/>
                  </a:lnTo>
                  <a:cubicBezTo>
                    <a:pt x="1736836" y="0"/>
                    <a:pt x="1740694" y="1598"/>
                    <a:pt x="1743537" y="4442"/>
                  </a:cubicBezTo>
                  <a:cubicBezTo>
                    <a:pt x="1746381" y="7285"/>
                    <a:pt x="1747979" y="11143"/>
                    <a:pt x="1747979" y="15165"/>
                  </a:cubicBezTo>
                  <a:lnTo>
                    <a:pt x="1747979" y="499821"/>
                  </a:lnTo>
                  <a:cubicBezTo>
                    <a:pt x="1747979" y="508196"/>
                    <a:pt x="1741190" y="514985"/>
                    <a:pt x="1732814" y="514985"/>
                  </a:cubicBezTo>
                  <a:lnTo>
                    <a:pt x="15165" y="514985"/>
                  </a:lnTo>
                  <a:cubicBezTo>
                    <a:pt x="6789" y="514985"/>
                    <a:pt x="0" y="508196"/>
                    <a:pt x="0" y="499821"/>
                  </a:cubicBezTo>
                  <a:lnTo>
                    <a:pt x="0" y="15165"/>
                  </a:lnTo>
                  <a:cubicBezTo>
                    <a:pt x="0" y="6789"/>
                    <a:pt x="6789" y="0"/>
                    <a:pt x="1516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47979" cy="553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94624" y="1824820"/>
            <a:ext cx="7773766" cy="1755034"/>
            <a:chOff x="0" y="0"/>
            <a:chExt cx="2047412" cy="4622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7412" cy="462231"/>
            </a:xfrm>
            <a:custGeom>
              <a:avLst/>
              <a:gdLst/>
              <a:ahLst/>
              <a:cxnLst/>
              <a:rect r="r" b="b" t="t" l="l"/>
              <a:pathLst>
                <a:path h="462231" w="2047412">
                  <a:moveTo>
                    <a:pt x="12947" y="0"/>
                  </a:moveTo>
                  <a:lnTo>
                    <a:pt x="2034465" y="0"/>
                  </a:lnTo>
                  <a:cubicBezTo>
                    <a:pt x="2037899" y="0"/>
                    <a:pt x="2041192" y="1364"/>
                    <a:pt x="2043620" y="3792"/>
                  </a:cubicBezTo>
                  <a:cubicBezTo>
                    <a:pt x="2046048" y="6220"/>
                    <a:pt x="2047412" y="9513"/>
                    <a:pt x="2047412" y="12947"/>
                  </a:cubicBezTo>
                  <a:lnTo>
                    <a:pt x="2047412" y="449285"/>
                  </a:lnTo>
                  <a:cubicBezTo>
                    <a:pt x="2047412" y="452718"/>
                    <a:pt x="2046048" y="456011"/>
                    <a:pt x="2043620" y="458439"/>
                  </a:cubicBezTo>
                  <a:cubicBezTo>
                    <a:pt x="2041192" y="460867"/>
                    <a:pt x="2037899" y="462231"/>
                    <a:pt x="2034465" y="462231"/>
                  </a:cubicBezTo>
                  <a:lnTo>
                    <a:pt x="12947" y="462231"/>
                  </a:lnTo>
                  <a:cubicBezTo>
                    <a:pt x="9513" y="462231"/>
                    <a:pt x="6220" y="460867"/>
                    <a:pt x="3792" y="458439"/>
                  </a:cubicBezTo>
                  <a:cubicBezTo>
                    <a:pt x="1364" y="456011"/>
                    <a:pt x="0" y="452718"/>
                    <a:pt x="0" y="449285"/>
                  </a:cubicBezTo>
                  <a:lnTo>
                    <a:pt x="0" y="12947"/>
                  </a:lnTo>
                  <a:cubicBezTo>
                    <a:pt x="0" y="9513"/>
                    <a:pt x="1364" y="6220"/>
                    <a:pt x="3792" y="3792"/>
                  </a:cubicBezTo>
                  <a:cubicBezTo>
                    <a:pt x="6220" y="1364"/>
                    <a:pt x="9513" y="0"/>
                    <a:pt x="129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47412" cy="500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89877" y="7351141"/>
            <a:ext cx="6145805" cy="1955335"/>
            <a:chOff x="0" y="0"/>
            <a:chExt cx="1618648" cy="5149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18648" cy="514985"/>
            </a:xfrm>
            <a:custGeom>
              <a:avLst/>
              <a:gdLst/>
              <a:ahLst/>
              <a:cxnLst/>
              <a:rect r="r" b="b" t="t" l="l"/>
              <a:pathLst>
                <a:path h="514985" w="1618648">
                  <a:moveTo>
                    <a:pt x="16376" y="0"/>
                  </a:moveTo>
                  <a:lnTo>
                    <a:pt x="1602272" y="0"/>
                  </a:lnTo>
                  <a:cubicBezTo>
                    <a:pt x="1606615" y="0"/>
                    <a:pt x="1610781" y="1725"/>
                    <a:pt x="1613852" y="4796"/>
                  </a:cubicBezTo>
                  <a:cubicBezTo>
                    <a:pt x="1616923" y="7868"/>
                    <a:pt x="1618648" y="12033"/>
                    <a:pt x="1618648" y="16376"/>
                  </a:cubicBezTo>
                  <a:lnTo>
                    <a:pt x="1618648" y="498609"/>
                  </a:lnTo>
                  <a:cubicBezTo>
                    <a:pt x="1618648" y="502952"/>
                    <a:pt x="1616923" y="507118"/>
                    <a:pt x="1613852" y="510189"/>
                  </a:cubicBezTo>
                  <a:cubicBezTo>
                    <a:pt x="1610781" y="513260"/>
                    <a:pt x="1606615" y="514985"/>
                    <a:pt x="1602272" y="514985"/>
                  </a:cubicBezTo>
                  <a:lnTo>
                    <a:pt x="16376" y="514985"/>
                  </a:lnTo>
                  <a:cubicBezTo>
                    <a:pt x="12033" y="514985"/>
                    <a:pt x="7868" y="513260"/>
                    <a:pt x="4796" y="510189"/>
                  </a:cubicBezTo>
                  <a:cubicBezTo>
                    <a:pt x="1725" y="507118"/>
                    <a:pt x="0" y="502952"/>
                    <a:pt x="0" y="498609"/>
                  </a:cubicBezTo>
                  <a:lnTo>
                    <a:pt x="0" y="16376"/>
                  </a:lnTo>
                  <a:cubicBezTo>
                    <a:pt x="0" y="12033"/>
                    <a:pt x="1725" y="7868"/>
                    <a:pt x="4796" y="4796"/>
                  </a:cubicBezTo>
                  <a:cubicBezTo>
                    <a:pt x="7868" y="1725"/>
                    <a:pt x="12033" y="0"/>
                    <a:pt x="163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18648" cy="553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898508" y="1824820"/>
            <a:ext cx="2807389" cy="1802669"/>
            <a:chOff x="0" y="0"/>
            <a:chExt cx="739395" cy="47477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9395" cy="474777"/>
            </a:xfrm>
            <a:custGeom>
              <a:avLst/>
              <a:gdLst/>
              <a:ahLst/>
              <a:cxnLst/>
              <a:rect r="r" b="b" t="t" l="l"/>
              <a:pathLst>
                <a:path h="474777" w="739395">
                  <a:moveTo>
                    <a:pt x="35850" y="0"/>
                  </a:moveTo>
                  <a:lnTo>
                    <a:pt x="703545" y="0"/>
                  </a:lnTo>
                  <a:cubicBezTo>
                    <a:pt x="723344" y="0"/>
                    <a:pt x="739395" y="16051"/>
                    <a:pt x="739395" y="35850"/>
                  </a:cubicBezTo>
                  <a:lnTo>
                    <a:pt x="739395" y="438927"/>
                  </a:lnTo>
                  <a:cubicBezTo>
                    <a:pt x="739395" y="458726"/>
                    <a:pt x="723344" y="474777"/>
                    <a:pt x="703545" y="474777"/>
                  </a:cubicBezTo>
                  <a:lnTo>
                    <a:pt x="35850" y="474777"/>
                  </a:lnTo>
                  <a:cubicBezTo>
                    <a:pt x="26342" y="474777"/>
                    <a:pt x="17223" y="471000"/>
                    <a:pt x="10500" y="464277"/>
                  </a:cubicBezTo>
                  <a:cubicBezTo>
                    <a:pt x="3777" y="457554"/>
                    <a:pt x="0" y="448435"/>
                    <a:pt x="0" y="438927"/>
                  </a:cubicBezTo>
                  <a:lnTo>
                    <a:pt x="0" y="35850"/>
                  </a:lnTo>
                  <a:cubicBezTo>
                    <a:pt x="0" y="26342"/>
                    <a:pt x="3777" y="17223"/>
                    <a:pt x="10500" y="10500"/>
                  </a:cubicBezTo>
                  <a:cubicBezTo>
                    <a:pt x="17223" y="3777"/>
                    <a:pt x="26342" y="0"/>
                    <a:pt x="35850" y="0"/>
                  </a:cubicBezTo>
                  <a:close/>
                </a:path>
              </a:pathLst>
            </a:custGeom>
            <a:solidFill>
              <a:srgbClr val="36D6C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39395" cy="512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854271" y="4370073"/>
            <a:ext cx="2738289" cy="1955335"/>
            <a:chOff x="0" y="0"/>
            <a:chExt cx="721195" cy="5149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21195" cy="514985"/>
            </a:xfrm>
            <a:custGeom>
              <a:avLst/>
              <a:gdLst/>
              <a:ahLst/>
              <a:cxnLst/>
              <a:rect r="r" b="b" t="t" l="l"/>
              <a:pathLst>
                <a:path h="514985" w="721195">
                  <a:moveTo>
                    <a:pt x="36755" y="0"/>
                  </a:moveTo>
                  <a:lnTo>
                    <a:pt x="684441" y="0"/>
                  </a:lnTo>
                  <a:cubicBezTo>
                    <a:pt x="694189" y="0"/>
                    <a:pt x="703537" y="3872"/>
                    <a:pt x="710430" y="10765"/>
                  </a:cubicBezTo>
                  <a:cubicBezTo>
                    <a:pt x="717323" y="17658"/>
                    <a:pt x="721195" y="27007"/>
                    <a:pt x="721195" y="36755"/>
                  </a:cubicBezTo>
                  <a:lnTo>
                    <a:pt x="721195" y="478231"/>
                  </a:lnTo>
                  <a:cubicBezTo>
                    <a:pt x="721195" y="498530"/>
                    <a:pt x="704740" y="514985"/>
                    <a:pt x="684441" y="514985"/>
                  </a:cubicBezTo>
                  <a:lnTo>
                    <a:pt x="36755" y="514985"/>
                  </a:lnTo>
                  <a:cubicBezTo>
                    <a:pt x="16456" y="514985"/>
                    <a:pt x="0" y="498530"/>
                    <a:pt x="0" y="478231"/>
                  </a:cubicBezTo>
                  <a:lnTo>
                    <a:pt x="0" y="36755"/>
                  </a:lnTo>
                  <a:cubicBezTo>
                    <a:pt x="0" y="16456"/>
                    <a:pt x="16456" y="0"/>
                    <a:pt x="36755" y="0"/>
                  </a:cubicBezTo>
                  <a:close/>
                </a:path>
              </a:pathLst>
            </a:custGeom>
            <a:solidFill>
              <a:srgbClr val="36D6C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21195" cy="553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254089" y="7351141"/>
            <a:ext cx="3020923" cy="1955335"/>
            <a:chOff x="0" y="0"/>
            <a:chExt cx="795634" cy="5149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95634" cy="514985"/>
            </a:xfrm>
            <a:custGeom>
              <a:avLst/>
              <a:gdLst/>
              <a:ahLst/>
              <a:cxnLst/>
              <a:rect r="r" b="b" t="t" l="l"/>
              <a:pathLst>
                <a:path h="514985" w="795634">
                  <a:moveTo>
                    <a:pt x="33316" y="0"/>
                  </a:moveTo>
                  <a:lnTo>
                    <a:pt x="762318" y="0"/>
                  </a:lnTo>
                  <a:cubicBezTo>
                    <a:pt x="780718" y="0"/>
                    <a:pt x="795634" y="14916"/>
                    <a:pt x="795634" y="33316"/>
                  </a:cubicBezTo>
                  <a:lnTo>
                    <a:pt x="795634" y="481669"/>
                  </a:lnTo>
                  <a:cubicBezTo>
                    <a:pt x="795634" y="500069"/>
                    <a:pt x="780718" y="514985"/>
                    <a:pt x="762318" y="514985"/>
                  </a:cubicBezTo>
                  <a:lnTo>
                    <a:pt x="33316" y="514985"/>
                  </a:lnTo>
                  <a:cubicBezTo>
                    <a:pt x="14916" y="514985"/>
                    <a:pt x="0" y="500069"/>
                    <a:pt x="0" y="481669"/>
                  </a:cubicBezTo>
                  <a:lnTo>
                    <a:pt x="0" y="33316"/>
                  </a:lnTo>
                  <a:cubicBezTo>
                    <a:pt x="0" y="14916"/>
                    <a:pt x="14916" y="0"/>
                    <a:pt x="33316" y="0"/>
                  </a:cubicBezTo>
                  <a:close/>
                </a:path>
              </a:pathLst>
            </a:custGeom>
            <a:solidFill>
              <a:srgbClr val="36D6C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95634" cy="553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555164" y="576340"/>
            <a:ext cx="9177673" cy="76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>
                <a:solidFill>
                  <a:srgbClr val="FED629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FUTURE IMPROVEMENTS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1462962">
            <a:off x="13591950" y="-1712507"/>
            <a:ext cx="8823927" cy="4460094"/>
          </a:xfrm>
          <a:custGeom>
            <a:avLst/>
            <a:gdLst/>
            <a:ahLst/>
            <a:cxnLst/>
            <a:rect r="r" b="b" t="t" l="l"/>
            <a:pathLst>
              <a:path h="4460094" w="8823927">
                <a:moveTo>
                  <a:pt x="0" y="0"/>
                </a:moveTo>
                <a:lnTo>
                  <a:pt x="8823927" y="0"/>
                </a:lnTo>
                <a:lnTo>
                  <a:pt x="8823927" y="4460094"/>
                </a:lnTo>
                <a:lnTo>
                  <a:pt x="0" y="4460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817497">
            <a:off x="4439617" y="8191235"/>
            <a:ext cx="2057118" cy="1450268"/>
          </a:xfrm>
          <a:custGeom>
            <a:avLst/>
            <a:gdLst/>
            <a:ahLst/>
            <a:cxnLst/>
            <a:rect r="r" b="b" t="t" l="l"/>
            <a:pathLst>
              <a:path h="1450268" w="2057118">
                <a:moveTo>
                  <a:pt x="0" y="0"/>
                </a:moveTo>
                <a:lnTo>
                  <a:pt x="2057118" y="0"/>
                </a:lnTo>
                <a:lnTo>
                  <a:pt x="2057118" y="1450268"/>
                </a:lnTo>
                <a:lnTo>
                  <a:pt x="0" y="14502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552630">
            <a:off x="1590976" y="929040"/>
            <a:ext cx="2010876" cy="1420181"/>
          </a:xfrm>
          <a:custGeom>
            <a:avLst/>
            <a:gdLst/>
            <a:ahLst/>
            <a:cxnLst/>
            <a:rect r="r" b="b" t="t" l="l"/>
            <a:pathLst>
              <a:path h="1420181" w="2010876">
                <a:moveTo>
                  <a:pt x="0" y="0"/>
                </a:moveTo>
                <a:lnTo>
                  <a:pt x="2010876" y="0"/>
                </a:lnTo>
                <a:lnTo>
                  <a:pt x="2010876" y="1420181"/>
                </a:lnTo>
                <a:lnTo>
                  <a:pt x="0" y="14201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7259300" y="8314755"/>
            <a:ext cx="1097790" cy="1411949"/>
          </a:xfrm>
          <a:custGeom>
            <a:avLst/>
            <a:gdLst/>
            <a:ahLst/>
            <a:cxnLst/>
            <a:rect r="r" b="b" t="t" l="l"/>
            <a:pathLst>
              <a:path h="1411949" w="1097790">
                <a:moveTo>
                  <a:pt x="0" y="0"/>
                </a:moveTo>
                <a:lnTo>
                  <a:pt x="1097790" y="0"/>
                </a:lnTo>
                <a:lnTo>
                  <a:pt x="1097790" y="1411949"/>
                </a:lnTo>
                <a:lnTo>
                  <a:pt x="0" y="141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5331278" y="640364"/>
            <a:ext cx="273797" cy="273797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766833" y="6198069"/>
            <a:ext cx="428844" cy="428844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92217" y="4776309"/>
            <a:ext cx="301478" cy="301478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7592560" y="6993022"/>
            <a:ext cx="301478" cy="301478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552794" y="9561912"/>
            <a:ext cx="301478" cy="301478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5981118" y="2399848"/>
            <a:ext cx="2642168" cy="431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7"/>
              </a:lnSpc>
              <a:spcBef>
                <a:spcPct val="0"/>
              </a:spcBef>
            </a:pPr>
            <a:r>
              <a:rPr lang="en-US" sz="2541">
                <a:solidFill>
                  <a:srgbClr val="000000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AI Moderation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854271" y="4860373"/>
            <a:ext cx="2738289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Educat</a:t>
            </a:r>
            <a:r>
              <a:rPr lang="en-US" sz="2599">
                <a:solidFill>
                  <a:srgbClr val="000000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ion Integration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254089" y="7921723"/>
            <a:ext cx="3020923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Community</a:t>
            </a:r>
            <a:r>
              <a:rPr lang="en-US" sz="2399">
                <a:solidFill>
                  <a:srgbClr val="000000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 &amp; Engagement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28548" y="2168528"/>
            <a:ext cx="7955586" cy="117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Smart Filtering: Automatically flags toxic or low-effort comments to ensure feedback remains constructive.</a:t>
            </a:r>
          </a:p>
          <a:p>
            <a:pPr algn="l">
              <a:lnSpc>
                <a:spcPts val="2939"/>
              </a:lnSpc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7671448" y="4794973"/>
            <a:ext cx="6502934" cy="1155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Teache</a:t>
            </a:r>
            <a:r>
              <a:rPr lang="en-US" sz="2299">
                <a:solidFill>
                  <a:srgbClr val="000000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r dashboards for class management.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Assignment-style posts with deadlines.</a:t>
            </a:r>
          </a:p>
          <a:p>
            <a:pPr algn="l">
              <a:lnSpc>
                <a:spcPts val="2799"/>
              </a:lnSpc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11091955" y="7620808"/>
            <a:ext cx="6145805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R</a:t>
            </a:r>
            <a:r>
              <a:rPr lang="en-US" sz="2099">
                <a:solidFill>
                  <a:srgbClr val="000000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eputation/points system for helpful reviewers.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Higher XP boosts the visibility of the user's own posts</a:t>
            </a: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.</a:t>
            </a: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942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0595548">
            <a:off x="-520752" y="4839364"/>
            <a:ext cx="16804998" cy="8494163"/>
          </a:xfrm>
          <a:custGeom>
            <a:avLst/>
            <a:gdLst/>
            <a:ahLst/>
            <a:cxnLst/>
            <a:rect r="r" b="b" t="t" l="l"/>
            <a:pathLst>
              <a:path h="8494163" w="16804998">
                <a:moveTo>
                  <a:pt x="16804998" y="0"/>
                </a:moveTo>
                <a:lnTo>
                  <a:pt x="0" y="0"/>
                </a:lnTo>
                <a:lnTo>
                  <a:pt x="0" y="8494163"/>
                </a:lnTo>
                <a:lnTo>
                  <a:pt x="16804998" y="8494163"/>
                </a:lnTo>
                <a:lnTo>
                  <a:pt x="1680499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29249" y="4021890"/>
            <a:ext cx="12829502" cy="7040189"/>
          </a:xfrm>
          <a:custGeom>
            <a:avLst/>
            <a:gdLst/>
            <a:ahLst/>
            <a:cxnLst/>
            <a:rect r="r" b="b" t="t" l="l"/>
            <a:pathLst>
              <a:path h="7040189" w="12829502">
                <a:moveTo>
                  <a:pt x="0" y="0"/>
                </a:moveTo>
                <a:lnTo>
                  <a:pt x="12829502" y="0"/>
                </a:lnTo>
                <a:lnTo>
                  <a:pt x="12829502" y="7040190"/>
                </a:lnTo>
                <a:lnTo>
                  <a:pt x="0" y="70401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52645" y="5373074"/>
            <a:ext cx="1852361" cy="1847730"/>
          </a:xfrm>
          <a:custGeom>
            <a:avLst/>
            <a:gdLst/>
            <a:ahLst/>
            <a:cxnLst/>
            <a:rect r="r" b="b" t="t" l="l"/>
            <a:pathLst>
              <a:path h="1847730" w="1852361">
                <a:moveTo>
                  <a:pt x="0" y="0"/>
                </a:moveTo>
                <a:lnTo>
                  <a:pt x="1852361" y="0"/>
                </a:lnTo>
                <a:lnTo>
                  <a:pt x="1852361" y="1847729"/>
                </a:lnTo>
                <a:lnTo>
                  <a:pt x="0" y="18477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60572" y="3906006"/>
            <a:ext cx="2032239" cy="2032239"/>
          </a:xfrm>
          <a:custGeom>
            <a:avLst/>
            <a:gdLst/>
            <a:ahLst/>
            <a:cxnLst/>
            <a:rect r="r" b="b" t="t" l="l"/>
            <a:pathLst>
              <a:path h="2032239" w="2032239">
                <a:moveTo>
                  <a:pt x="0" y="0"/>
                </a:moveTo>
                <a:lnTo>
                  <a:pt x="2032239" y="0"/>
                </a:lnTo>
                <a:lnTo>
                  <a:pt x="2032239" y="2032239"/>
                </a:lnTo>
                <a:lnTo>
                  <a:pt x="0" y="20322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29014" y="1755297"/>
            <a:ext cx="5875374" cy="982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FED629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Demo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63458" y="1344669"/>
            <a:ext cx="7048242" cy="2232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16"/>
              </a:lnSpc>
            </a:pPr>
            <a:r>
              <a:rPr lang="en-US" sz="3516">
                <a:solidFill>
                  <a:srgbClr val="FFFFFF"/>
                </a:solidFill>
                <a:latin typeface="GoodTime Grotesk"/>
                <a:ea typeface="GoodTime Grotesk"/>
                <a:cs typeface="GoodTime Grotesk"/>
                <a:sym typeface="GoodTime Grotesk"/>
              </a:rPr>
              <a:t>We move away from the isolated “submit and wait” approach and create an active community where students learn by giving and receiving feedback.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552630">
            <a:off x="15316717" y="6171998"/>
            <a:ext cx="2319949" cy="1638464"/>
          </a:xfrm>
          <a:custGeom>
            <a:avLst/>
            <a:gdLst/>
            <a:ahLst/>
            <a:cxnLst/>
            <a:rect r="r" b="b" t="t" l="l"/>
            <a:pathLst>
              <a:path h="1638464" w="2319949">
                <a:moveTo>
                  <a:pt x="0" y="0"/>
                </a:moveTo>
                <a:lnTo>
                  <a:pt x="2319949" y="0"/>
                </a:lnTo>
                <a:lnTo>
                  <a:pt x="2319949" y="1638464"/>
                </a:lnTo>
                <a:lnTo>
                  <a:pt x="0" y="16384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36251">
            <a:off x="954064" y="4430400"/>
            <a:ext cx="2438499" cy="1719142"/>
          </a:xfrm>
          <a:custGeom>
            <a:avLst/>
            <a:gdLst/>
            <a:ahLst/>
            <a:cxnLst/>
            <a:rect r="r" b="b" t="t" l="l"/>
            <a:pathLst>
              <a:path h="1719142" w="2438499">
                <a:moveTo>
                  <a:pt x="0" y="0"/>
                </a:moveTo>
                <a:lnTo>
                  <a:pt x="2438500" y="0"/>
                </a:lnTo>
                <a:lnTo>
                  <a:pt x="2438500" y="1719142"/>
                </a:lnTo>
                <a:lnTo>
                  <a:pt x="0" y="1719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82920">
            <a:off x="3865949" y="-1539279"/>
            <a:ext cx="6090673" cy="3078558"/>
          </a:xfrm>
          <a:custGeom>
            <a:avLst/>
            <a:gdLst/>
            <a:ahLst/>
            <a:cxnLst/>
            <a:rect r="r" b="b" t="t" l="l"/>
            <a:pathLst>
              <a:path h="3078558" w="6090673">
                <a:moveTo>
                  <a:pt x="0" y="0"/>
                </a:moveTo>
                <a:lnTo>
                  <a:pt x="6090673" y="0"/>
                </a:lnTo>
                <a:lnTo>
                  <a:pt x="6090673" y="3078558"/>
                </a:lnTo>
                <a:lnTo>
                  <a:pt x="0" y="30785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383768" y="797439"/>
            <a:ext cx="273797" cy="27379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262510" y="4599403"/>
            <a:ext cx="136898" cy="13689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84147" y="1640997"/>
            <a:ext cx="428844" cy="42884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479042" y="797439"/>
            <a:ext cx="273797" cy="27379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259300" y="8722546"/>
            <a:ext cx="152400" cy="15240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66330" y="7909367"/>
            <a:ext cx="414770" cy="414770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DAG5c4-LdIE</dc:identifier>
  <dcterms:modified xsi:type="dcterms:W3CDTF">2011-08-01T06:04:30Z</dcterms:modified>
  <cp:revision>1</cp:revision>
  <dc:title>CoReview App - Presentation</dc:title>
</cp:coreProperties>
</file>